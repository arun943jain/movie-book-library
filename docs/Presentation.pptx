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hook — one searchable library for movies and books, live in production on Render + MongoDB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demo — everything shown next is running code, not mockups.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 means zero-ops cloud persistence; Mongoose enforces every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request-flow diagram on the next click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canonical vs alias fields in the Compass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item here maps to a screenshot or a passing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live demo from this slide (see Slide 16 for URLs).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test docs were created and deleted — DB left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alias contract as the engineering highlight.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both URLs live from this slide; expect a cold-start delay on the free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Movie Book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Full Stack Web Application — React + Node.js + Express + MongoDB Atlas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Internship submission — Naviotech Solution Pvt Ltd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Live: https://movie-book-library-1.onrender.com (API: https://movie-book-library-ii96.onrender.com)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Team: Arun Kumar Jain (Backend Developer &amp; Integration Engineer) · Ansh (Frontend Developer) · Jheel (Documentation &amp; Project Delivery)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Personal media collections outgrow notes and spreadsheets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One web library for movies AND books: posters, genres, ratings, directors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React SPA + Express REST API + Atlas persistence, verified end to end</a:t>
            </a:r>
          </a:p>
        </p:txBody>
      </p:sp>
      <p:pic>
        <p:nvPicPr>
          <p:cNvPr id="4" name="Picture 3" descr="S01-homepage-hero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4565929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Collections scattered across notes, files and streaming apps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Manual lists: no combined movie/book store, no real search or filters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Unvalidated entry produces inconsistent records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Need: persistent, validated, searchable, multi-device web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Full CRUD over REST endpoints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Search by title/director; genre, type and rating (≥) filters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Newest / oldest / top-rated sorting; server-side pagination, 4 per page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Shared 1–5 rating scale from form to validation to display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Zero-mapping UI↔API field contract; loading/error/empty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Frontend: React 19, Vite 8, custom CSS dark theme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Backend: Node.js, Express 4, Mongoose 8 (schema + validation)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Database: MongoDB Atlas — database `movie`, collection `items`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Tools: VS Code REST client, MongoDB Compass, oxlint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Three tiers: React SPA → Express REST API (`/api/items`) → Mongoose → Atlas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Stateless JSON API, CORS enabled; controllers map query params to Mongo queries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Flow: filter change → query string → Mongo filter/sort/skip/limit → cards re-render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Hosting: frontend = Render Static Site, backend = Render Web Service, database = MongoDB Atlas</a:t>
            </a:r>
          </a:p>
        </p:txBody>
      </p:sp>
      <p:pic>
        <p:nvPicPr>
          <p:cNvPr id="4" name="Picture 3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Frontend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`Library.jsx`: debounced search, AbortController, `_id`→`id`, payload sanitizer, server totals, Type/Sort controls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`AddItemForm.jsx`: String-coercion (numeric years can't crash `.trim()`), prefill, live poster preview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Styling untouched; Edit/Delete/View Details preserved</a:t>
            </a:r>
          </a:p>
        </p:txBody>
      </p:sp>
      <p:pic>
        <p:nvPicPr>
          <p:cNvPr id="4" name="Picture 3" descr="S08-add-form-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4556961" cy="2377440"/>
          </a:xfrm>
          <a:prstGeom prst="rect">
            <a:avLst/>
          </a:prstGeom>
        </p:spPr>
      </p:pic>
      <p:pic>
        <p:nvPicPr>
          <p:cNvPr id="5" name="Picture 4" descr="S09-filter-bar-gen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657600"/>
            <a:ext cx="456846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Backend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5 controllers: create, list (search/filter/sort/paginate), get, update, delete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Aliases: `runtime`=`runtimeOrPages`, `director`=`directorOrAuthor` on every payload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Centralized errors: 400 validation/id, 404 missing, 500 fallback; uniform envelopes</a:t>
            </a:r>
          </a:p>
        </p:txBody>
      </p:sp>
      <p:pic>
        <p:nvPicPr>
          <p:cNvPr id="4" name="Picture 3" descr="S05-api-get-all-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4253895" cy="2377440"/>
          </a:xfrm>
          <a:prstGeom prst="rect">
            <a:avLst/>
          </a:prstGeom>
        </p:spPr>
      </p:pic>
      <p:pic>
        <p:nvPicPr>
          <p:cNvPr id="5" name="Picture 4" descr="S06-api-post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657600"/>
            <a:ext cx="398205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`movie.items`: title*, type* (Movie/Book), genre*, rating* 1–5, poster, year, directorOrAuthor, runtimeOrPages, description + timestamps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Single collection with type discriminator; default `_id` index</a:t>
            </a:r>
          </a:p>
        </p:txBody>
      </p:sp>
      <p:pic>
        <p:nvPicPr>
          <p:cNvPr id="4" name="Picture 3" descr="S03-mongodb-compass-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402631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Add / View / Edit / Delete with confirmation and refetch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Search, genre / type / rating filters, 3 sort orders, server pagination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Details modal, loading / error-retry / empty / no-results states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13 features, each traced to UI control + API mechanism + proof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Screenshots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Homepage + filters (S01), cards with Edit/Delete (S02), prefilled Edit form (S07)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 demo at https://movie-book-library-1.onrender.com — order: search → filter → add → edit → delete</a:t>
            </a:r>
          </a:p>
        </p:txBody>
      </p:sp>
      <p:pic>
        <p:nvPicPr>
          <p:cNvPr id="4" name="Picture 3" descr="S01-homepage-hero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3219565" cy="1676400"/>
          </a:xfrm>
          <a:prstGeom prst="rect">
            <a:avLst/>
          </a:prstGeom>
        </p:spPr>
      </p:pic>
      <p:pic>
        <p:nvPicPr>
          <p:cNvPr id="5" name="Picture 4" descr="S02-library-cards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956560"/>
            <a:ext cx="3159434" cy="1676400"/>
          </a:xfrm>
          <a:prstGeom prst="rect">
            <a:avLst/>
          </a:prstGeom>
        </p:spPr>
      </p:pic>
      <p:pic>
        <p:nvPicPr>
          <p:cNvPr id="6" name="Picture 5" descr="S07-edit-form-prefil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770120"/>
            <a:ext cx="3220319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`vite build` clean (19 modules); `oxlint` 0 errors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20/20 live Atlas API checks: CRUD round-trip, all filters, pagination, sorting, 400/404 paths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Manual UI pass + Compass persistence proof</a:t>
            </a:r>
          </a:p>
        </p:txBody>
      </p:sp>
      <p:pic>
        <p:nvPicPr>
          <p:cNvPr id="4" name="Picture 3" descr="S04-api-genre-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42100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Numeric `year` crashing `.trim()` → String-coercion + empty-year stripping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Field-name divergence → backend alias layer, zero UI mapping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Rating-scale drift → schema `max: 5`, documented ≥ semantics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Client vs server pagination → server contract + page clamp; merge conflicts resolved with build+lint proof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JWT auth with per-user collections; watchlists and favourites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Reviews/comments; poster image uploads; shareable filter URLs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PWA offline support; automated test suites with CI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All objectives met against live Atlas: CRUD, search, filters, sorting, pagination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Clean three-tier architecture with a zero-mapping UI↔API contract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Released live: frontend https://movie-book-library-1.onrender.com, backend https://movie-book-library-ii96.onrender.com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Team: Arun Kumar Jain (backend/integration/release) · Ansh (frontend/UI) · Jheel (docs/packaging)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Thank you — open for questions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5F"/>
                </a:solidFill>
              </a:defRPr>
            </a:pPr>
            <a:r>
              <a:t>Live Deployment &amp;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Frontend: Render Static Site — https://movie-book-library-1.onrender.com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Backend: Render Web Service — https://movie-book-library-ii96.onrender.com (health endpoint verified live)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Database: MongoDB Atlas (`movie.items`); frontend built with production `VITE_API_URL`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 demo order: search → filter → add → edit → delete, then confirm in Atlas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No CRUD, UI or schema changes were needed for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Book Library — Internship Presentation</dc:title>
  <dc:subject/>
  <dc:creator>Arun Jain, Ansh, Jheel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